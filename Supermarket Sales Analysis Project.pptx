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236" y="9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25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423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944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978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381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341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577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539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47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008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178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043572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6614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6631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201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3155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580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8471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app/profile/eva.mwangi/viz/Supermarketsalesperfomance_17480533671890/SupermarketSalesPerfomance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Analyzing the Sales Performance of Supermarkets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endParaRPr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By: </a:t>
            </a:r>
            <a:r>
              <a:rPr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Eva </a:t>
            </a: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Kabura Mwangi</a:t>
            </a:r>
          </a:p>
          <a:p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Tools Used: Power BI, Tableau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Purpose: To analyze sales data from Shoprite Supermarket and generate insights to improve performance.</a:t>
            </a:r>
          </a:p>
          <a:p>
            <a:r>
              <a:rPr dirty="0"/>
              <a:t>Focus Areas:</a:t>
            </a:r>
          </a:p>
          <a:p>
            <a:r>
              <a:rPr dirty="0"/>
              <a:t>- Sales by region and branch</a:t>
            </a:r>
          </a:p>
          <a:p>
            <a:r>
              <a:rPr dirty="0"/>
              <a:t>- Top-selling products</a:t>
            </a:r>
          </a:p>
          <a:p>
            <a:r>
              <a:rPr dirty="0"/>
              <a:t>- Popular payment methods by gender and region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Which region recorded the most sales?</a:t>
            </a:r>
          </a:p>
          <a:p>
            <a:r>
              <a:rPr dirty="0"/>
              <a:t>Which branch achieved the greatest gross income?</a:t>
            </a:r>
          </a:p>
          <a:p>
            <a:r>
              <a:rPr dirty="0"/>
              <a:t>Which product category generated the most sales?</a:t>
            </a:r>
          </a:p>
          <a:p>
            <a:r>
              <a:rPr dirty="0"/>
              <a:t>Which payment method is most popular across regions?</a:t>
            </a:r>
          </a:p>
          <a:p>
            <a:r>
              <a:rPr dirty="0"/>
              <a:t>Which payment method is preferred by different genders?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 Cleaning in Excel &amp; Power BI using Power Query</a:t>
            </a:r>
          </a:p>
          <a:p>
            <a:r>
              <a:rPr dirty="0"/>
              <a:t>Removed nulls, unnecessary columns, and standardized date formats</a:t>
            </a:r>
          </a:p>
          <a:p>
            <a:r>
              <a:rPr dirty="0"/>
              <a:t>Created relationships between relevant tables</a:t>
            </a:r>
          </a:p>
          <a:p>
            <a:r>
              <a:rPr dirty="0"/>
              <a:t>Added custom columns (e.g., hour of the day)</a:t>
            </a:r>
          </a:p>
          <a:p>
            <a:r>
              <a:rPr dirty="0"/>
              <a:t>Built dashboards in Power BI and Tableau using slicers for interactivity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Cleaning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Adjusted date/time formatting in Excel and Power BI</a:t>
            </a:r>
          </a:p>
          <a:p>
            <a:r>
              <a:rPr dirty="0"/>
              <a:t>Removed blank rows and errors</a:t>
            </a:r>
          </a:p>
          <a:p>
            <a:r>
              <a:rPr dirty="0"/>
              <a:t>Removed unneeded columns (Customer Type, Unit Price, Tax, etc.)</a:t>
            </a:r>
          </a:p>
          <a:p>
            <a:r>
              <a:rPr dirty="0"/>
              <a:t>Checked column quality and data distribution</a:t>
            </a:r>
          </a:p>
          <a:p>
            <a:r>
              <a:rPr dirty="0"/>
              <a:t>Created custom column: Hour of the Day for peak hour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Power BI Dashboard Highlights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/>
        </p:blipFill>
        <p:spPr>
          <a:xfrm>
            <a:off x="827088" y="2291027"/>
            <a:ext cx="6711950" cy="37189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457200"/>
            <a:ext cx="8229600" cy="1143000"/>
          </a:xfrm>
        </p:spPr>
        <p:txBody>
          <a:bodyPr/>
          <a:lstStyle/>
          <a:p>
            <a:r>
              <a:rPr dirty="0"/>
              <a:t>Tableau Dashboard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1000" dirty="0" smtClean="0"/>
          </a:p>
          <a:p>
            <a:endParaRPr lang="en-US" sz="1000" dirty="0"/>
          </a:p>
          <a:p>
            <a:pPr marL="0" indent="0">
              <a:buNone/>
            </a:pPr>
            <a:endParaRPr lang="en-US" sz="1000" dirty="0" smtClean="0"/>
          </a:p>
          <a:p>
            <a:endParaRPr lang="en-US" sz="1000" dirty="0"/>
          </a:p>
          <a:p>
            <a:endParaRPr lang="en-US" sz="1000" dirty="0" smtClean="0"/>
          </a:p>
          <a:p>
            <a:endParaRPr lang="en-US" sz="1000" dirty="0"/>
          </a:p>
          <a:p>
            <a:endParaRPr lang="en-US" sz="1000" dirty="0" smtClean="0"/>
          </a:p>
          <a:p>
            <a:endParaRPr lang="en-US" sz="1000" dirty="0"/>
          </a:p>
          <a:p>
            <a:endParaRPr lang="en-US" sz="1000" dirty="0" smtClean="0"/>
          </a:p>
          <a:p>
            <a:endParaRPr lang="en-US" sz="1000" dirty="0"/>
          </a:p>
          <a:p>
            <a:endParaRPr lang="en-US" sz="1000" dirty="0" smtClean="0"/>
          </a:p>
          <a:p>
            <a:endParaRPr lang="en-US" sz="1000" dirty="0"/>
          </a:p>
          <a:p>
            <a:endParaRPr lang="en-US" sz="1000" dirty="0" smtClean="0"/>
          </a:p>
          <a:p>
            <a:endParaRPr lang="en-US" sz="1000" dirty="0"/>
          </a:p>
          <a:p>
            <a:endParaRPr lang="en-US" sz="1000" dirty="0" smtClean="0"/>
          </a:p>
          <a:p>
            <a:endParaRPr lang="en-US" sz="1000" dirty="0"/>
          </a:p>
          <a:p>
            <a:endParaRPr lang="en-US" sz="10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407" y="1479334"/>
            <a:ext cx="7686675" cy="4781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Top Region</a:t>
            </a:r>
            <a:r>
              <a:rPr dirty="0"/>
              <a:t>: </a:t>
            </a:r>
            <a:r>
              <a:rPr lang="en-US" dirty="0" smtClean="0"/>
              <a:t>Naypyitaw</a:t>
            </a:r>
            <a:endParaRPr dirty="0"/>
          </a:p>
          <a:p>
            <a:r>
              <a:rPr b="1" dirty="0"/>
              <a:t>Top Branch</a:t>
            </a:r>
            <a:r>
              <a:rPr dirty="0"/>
              <a:t>: </a:t>
            </a:r>
            <a:r>
              <a:rPr lang="en-US" dirty="0" smtClean="0"/>
              <a:t>Giza</a:t>
            </a:r>
            <a:endParaRPr dirty="0"/>
          </a:p>
          <a:p>
            <a:r>
              <a:rPr b="1" dirty="0"/>
              <a:t>Top Product</a:t>
            </a:r>
            <a:r>
              <a:rPr dirty="0"/>
              <a:t>: </a:t>
            </a:r>
            <a:r>
              <a:rPr lang="en-US" dirty="0" smtClean="0"/>
              <a:t>Food and Beverages</a:t>
            </a:r>
            <a:endParaRPr dirty="0"/>
          </a:p>
          <a:p>
            <a:r>
              <a:rPr b="1" dirty="0"/>
              <a:t>Popular Payment Method</a:t>
            </a:r>
            <a:r>
              <a:rPr dirty="0"/>
              <a:t>: </a:t>
            </a:r>
            <a:r>
              <a:rPr lang="en-US" dirty="0" smtClean="0"/>
              <a:t>Ewallet</a:t>
            </a:r>
            <a:endParaRPr dirty="0"/>
          </a:p>
          <a:p>
            <a:r>
              <a:rPr b="1" dirty="0"/>
              <a:t>Gender Payment Preferences</a:t>
            </a:r>
            <a:r>
              <a:rPr dirty="0"/>
              <a:t>: </a:t>
            </a:r>
            <a:r>
              <a:rPr lang="en-US" dirty="0" smtClean="0"/>
              <a:t>Female – Cash</a:t>
            </a:r>
          </a:p>
          <a:p>
            <a:pPr marL="0" indent="0">
              <a:buNone/>
            </a:pPr>
            <a:r>
              <a:rPr lang="en-US" dirty="0" smtClean="0"/>
              <a:t>                                                           Male – Ewallet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Optimize inventory and promotions in high-performing regions</a:t>
            </a:r>
          </a:p>
          <a:p>
            <a:r>
              <a:rPr dirty="0"/>
              <a:t>Replicate successful strategies from top branches across others</a:t>
            </a:r>
          </a:p>
          <a:p>
            <a:r>
              <a:rPr dirty="0"/>
              <a:t>Improve availability and promotion of best-selling products</a:t>
            </a:r>
          </a:p>
          <a:p>
            <a:r>
              <a:rPr dirty="0"/>
              <a:t>Offer more incentives for preferred payment methods</a:t>
            </a:r>
          </a:p>
          <a:p>
            <a:r>
              <a:rPr dirty="0"/>
              <a:t>Monitor peak shopping hours for staffing and planning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Used: https://www.kaggle.com/code/fareedalianwar/supermarket-sales/notebook</a:t>
            </a:r>
          </a:p>
          <a:p>
            <a:r>
              <a:rPr dirty="0" smtClean="0"/>
              <a:t>Power </a:t>
            </a:r>
            <a:r>
              <a:rPr dirty="0"/>
              <a:t>BI Dashboard (.pbix file</a:t>
            </a:r>
            <a:r>
              <a:rPr dirty="0" smtClean="0"/>
              <a:t>)</a:t>
            </a:r>
            <a:r>
              <a:rPr lang="en-US" dirty="0"/>
              <a:t> </a:t>
            </a:r>
            <a:r>
              <a:rPr lang="en-US" dirty="0" smtClean="0"/>
              <a:t> </a:t>
            </a:r>
          </a:p>
          <a:p>
            <a:r>
              <a:rPr dirty="0" smtClean="0"/>
              <a:t>Tableau </a:t>
            </a:r>
            <a:r>
              <a:rPr dirty="0"/>
              <a:t>Dashboard 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public.tableau.com/app/profile/eva.mwangi/viz/Supermarketsalesperfomance_17480533671890/SupermarketSalesPerfomance</a:t>
            </a:r>
            <a:r>
              <a:rPr lang="en-US" dirty="0" smtClean="0"/>
              <a:t> </a:t>
            </a:r>
            <a:endParaRPr lang="en-US" dirty="0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687919"/>
              </p:ext>
            </p:extLst>
          </p:nvPr>
        </p:nvGraphicFramePr>
        <p:xfrm>
          <a:off x="4456111" y="3184525"/>
          <a:ext cx="4259263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Packager Shell Object" showAsIcon="1" r:id="rId4" imgW="1752840" imgH="392400" progId="Package">
                  <p:embed/>
                </p:oleObj>
              </mc:Choice>
              <mc:Fallback>
                <p:oleObj name="Packager Shell Object" showAsIcon="1" r:id="rId4" imgW="1752840" imgH="3924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56111" y="3184525"/>
                        <a:ext cx="4259263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data-driven approach helps identify performance gaps and opportunities</a:t>
            </a:r>
          </a:p>
          <a:p>
            <a:r>
              <a:rPr dirty="0"/>
              <a:t>Combining tools like Power BI and Tableau enhances insight generation</a:t>
            </a:r>
          </a:p>
          <a:p>
            <a:r>
              <a:rPr dirty="0"/>
              <a:t>Future analyses can incorporate time-based trends and segmentation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71</TotalTime>
  <Words>319</Words>
  <Application>Microsoft Office PowerPoint</Application>
  <PresentationFormat>On-screen Show (4:3)</PresentationFormat>
  <Paragraphs>66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Century Gothic</vt:lpstr>
      <vt:lpstr>Wingdings 3</vt:lpstr>
      <vt:lpstr>Ion</vt:lpstr>
      <vt:lpstr>Packager Shell Object</vt:lpstr>
      <vt:lpstr>Analyzing the Sales Performance of Supermarkets</vt:lpstr>
      <vt:lpstr>Introduction</vt:lpstr>
      <vt:lpstr>Research Questions</vt:lpstr>
      <vt:lpstr>Methodology</vt:lpstr>
      <vt:lpstr>Data Cleaning Steps</vt:lpstr>
      <vt:lpstr>Power BI Dashboard Highlights</vt:lpstr>
      <vt:lpstr>Tableau Dashboard Highlights</vt:lpstr>
      <vt:lpstr>Key Insights</vt:lpstr>
      <vt:lpstr>Recommendations</vt:lpstr>
      <vt:lpstr>Deliverables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Analyzing the Sales Performance of Supermarkets</dc:title>
  <dc:subject/>
  <dc:creator>Eva</dc:creator>
  <cp:keywords/>
  <dc:description>generated using python-pptx</dc:description>
  <cp:lastModifiedBy>user</cp:lastModifiedBy>
  <cp:revision>8</cp:revision>
  <dcterms:created xsi:type="dcterms:W3CDTF">2013-01-27T09:14:16Z</dcterms:created>
  <dcterms:modified xsi:type="dcterms:W3CDTF">2025-11-04T14:15:56Z</dcterms:modified>
  <cp:category/>
</cp:coreProperties>
</file>